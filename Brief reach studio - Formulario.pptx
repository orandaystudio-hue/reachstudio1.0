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18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778240" y="3291840"/>
            <a:ext cx="5303520" cy="5303520"/>
          </a:xfrm>
          <a:prstGeom prst="ellipse">
            <a:avLst/>
          </a:prstGeom>
          <a:solidFill>
            <a:srgbClr val="6B0F1A">
              <a:alpha val="22000"/>
            </a:srgbClr>
          </a:solidFill>
          <a:ln w="12700">
            <a:solidFill>
              <a:srgbClr val="6B0F1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-1828800" y="-822960"/>
            <a:ext cx="4114800" cy="4114800"/>
          </a:xfrm>
          <a:prstGeom prst="ellipse">
            <a:avLst/>
          </a:prstGeom>
          <a:solidFill>
            <a:srgbClr val="DC3528">
              <a:alpha val="15000"/>
            </a:srgbClr>
          </a:solidFill>
          <a:ln w="12700">
            <a:solidFill>
              <a:srgbClr val="DC352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80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96112"/>
            <a:ext cx="2834640" cy="292608"/>
          </a:xfrm>
          <a:prstGeom prst="roundRect">
            <a:avLst>
              <a:gd name="adj" fmla="val 12500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de Proyecto  ·  Junio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re:ach studio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Oranday Studio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Llena este formulario directamente en PowerPoint.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logos, fotos e imagenes: </a:t>
            </a:r>
            <a:r>
              <a:rPr lang="en-US" sz="110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carguen</a:t>
            </a: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</a:t>
            </a:r>
            <a:r>
              <a:rPr lang="en-US" sz="110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carpeta</a:t>
            </a: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link del drive </a:t>
            </a:r>
            <a:r>
              <a:rPr lang="en-US" sz="110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les </a:t>
            </a:r>
            <a:r>
              <a:rPr lang="en-US" sz="110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mandare</a:t>
            </a: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4864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re:ach studio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60520" y="4663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PARTE DE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60520" y="4864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0" y="4663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20" dirty="0">
                <a:solidFill>
                  <a:srgbClr val="C9BBA8"/>
                </a:solidFill>
                <a:latin typeface="Segoe UI" pitchFamily="34" charset="0"/>
                <a:cs typeface="Segoe UI" pitchFamily="34" charset="-120"/>
              </a:rPr>
              <a:t>CORREO: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863840" y="4864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@oranday.studio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-5355" y="45720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empezar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llenar este formulario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369813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58368" y="12344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" y="2103120"/>
            <a:ext cx="329580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 directo aqui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743200"/>
            <a:ext cx="329580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 clic en cualquier cuadro blanco y escribe. No necesitas saber de disenio ni de PowerPoint.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46778" y="1078992"/>
            <a:ext cx="369813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447946" y="12344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447946" y="2103120"/>
            <a:ext cx="329580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sabes algo, dejalo en blanco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47946" y="2743200"/>
            <a:ext cx="329580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hay respuestas incorrectas. Llena lo que puedas y nos contactamos para resolver el resto.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36357" y="1078992"/>
            <a:ext cx="369813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237525" y="12344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37525" y="2103120"/>
            <a:ext cx="329580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van </a:t>
            </a:r>
            <a:r>
              <a:rPr lang="en-US" sz="1300" b="1" dirty="0" err="1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13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DRIVE </a:t>
            </a:r>
            <a:r>
              <a:rPr lang="en-US" sz="1300" b="1" dirty="0" err="1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aparte</a:t>
            </a:r>
            <a:r>
              <a:rPr lang="en-US" sz="13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b="1" dirty="0" err="1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13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b="1" dirty="0" err="1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carpetas</a:t>
            </a:r>
            <a:r>
              <a:rPr lang="en-US" sz="13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r>
              <a:rPr lang="en-US" sz="1300" b="1" dirty="0" err="1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nombres</a:t>
            </a:r>
            <a:r>
              <a:rPr lang="en-US" sz="13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bien </a:t>
            </a:r>
            <a:r>
              <a:rPr lang="en-US" sz="1300" b="1" dirty="0" err="1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organziado</a:t>
            </a:r>
            <a:r>
              <a:rPr lang="en-US" sz="13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37525" y="2743200"/>
            <a:ext cx="329580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Logos, </a:t>
            </a:r>
            <a:r>
              <a:rPr lang="en-US" sz="1050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</a:t>
            </a: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fotos del equipo e imagenes de trabajo: envia una carpeta de Drive </a:t>
            </a:r>
            <a:r>
              <a:rPr lang="en-US" sz="1050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</a:t>
            </a: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link se </a:t>
            </a:r>
            <a:r>
              <a:rPr lang="en-US" sz="1050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</a:t>
            </a: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pasare</a:t>
            </a: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whspp</a:t>
            </a: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11277295" cy="749808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85800" y="5093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Enviar </a:t>
            </a:r>
            <a:r>
              <a:rPr lang="en-US" sz="9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</a:t>
            </a:r>
            <a:r>
              <a:rPr lang="en-US" sz="9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drive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53218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5120640"/>
            <a:ext cx="5476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 tu carpeta:  "Brief reach studio, Adentro con </a:t>
            </a:r>
            <a:r>
              <a:rPr lang="en-US" sz="1000" i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subcarpetas</a:t>
            </a:r>
            <a:r>
              <a:rPr lang="en-US" sz="1000" i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i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organizando</a:t>
            </a:r>
            <a:r>
              <a:rPr lang="en-US" sz="1000" i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super bien </a:t>
            </a:r>
            <a:r>
              <a:rPr lang="en-US" sz="1000" i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</a:t>
            </a:r>
            <a:r>
              <a:rPr lang="en-US" sz="1000" i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-16735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Datos generales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Quien son y como encontrarlos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 oficial del estudio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5528920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05576" y="109728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Tagline o frase de marca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05576" y="135331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Ej: "It is not just posting."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205576" y="1536192"/>
            <a:ext cx="5528920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297016" y="160020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10312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Ciudad y pais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35915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Ej: Monterrey, Mexico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542032"/>
            <a:ext cx="5528920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48640" y="260604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05576" y="210312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Año de fundacion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5576" y="2359152"/>
            <a:ext cx="5528920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297016" y="242316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Descripcion breve del estudio en 2-3 oraciones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364992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hacen, para quien y por que existen. Texto libre.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3547872"/>
            <a:ext cx="11277295" cy="7040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 sz="500" dirty="0"/>
          </a:p>
        </p:txBody>
      </p:sp>
      <p:sp>
        <p:nvSpPr>
          <p:cNvPr id="26" name="Text 24"/>
          <p:cNvSpPr/>
          <p:nvPr/>
        </p:nvSpPr>
        <p:spPr>
          <a:xfrm>
            <a:off x="548640" y="3611880"/>
            <a:ext cx="11094415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</a:t>
            </a: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aqui...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8056" y="4288536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Instagram / TikTok / LinkedIn (@ o links)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507992"/>
            <a:ext cx="5528920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05576" y="425196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Correo de contacto profesional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05576" y="4507992"/>
            <a:ext cx="5528920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297016" y="457200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516636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Numero de WhatsApp (con codigo de pais)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42239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Ej: +52 81 1234 5678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5605272"/>
            <a:ext cx="5528920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548640" y="566928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05576" y="516636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05576" y="542239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97016" y="566928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72" y="64008"/>
            <a:ext cx="12191695" cy="685800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Objetivo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que sirve la web y que debe lograr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solo pudieran lograr UNA cosa con la web, cual seria?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objetivo mas importante por encima de todo.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11277295" cy="594360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1109441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080260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acciones quieren que tome el visitante? (marca las que apliquen):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04288"/>
            <a:ext cx="369813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66928" y="2414016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04672" y="2304288"/>
            <a:ext cx="32409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Escribirnos por WhatsApp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46778" y="2304288"/>
            <a:ext cx="369813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356506" y="2414016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594250" y="2304288"/>
            <a:ext cx="32409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Agendar una llamada o reunion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36357" y="2304288"/>
            <a:ext cx="369813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8146085" y="2414016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383829" y="2304288"/>
            <a:ext cx="32409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nuestros servicios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779776"/>
            <a:ext cx="369813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66928" y="2889504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804672" y="2779776"/>
            <a:ext cx="32409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nuestro portafolio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46778" y="2779776"/>
            <a:ext cx="369813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356506" y="2889504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594250" y="2779776"/>
            <a:ext cx="32409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propuesta o cotizacion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36357" y="2779776"/>
            <a:ext cx="369813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146085" y="2889504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8383829" y="2779776"/>
            <a:ext cx="32409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Contratarnos directo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456432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accion principal quieren que tome alguien al terminar de leer la web?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712464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Ej: "Que nos escriba por WhatsApp para agendar una sesion de diagnostico gratuita"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0271" y="3895344"/>
            <a:ext cx="11277295" cy="640080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48640" y="3959352"/>
            <a:ext cx="11094415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8910" y="4530852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necesita ver o sentir alguien para decidirse a contactarlos?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8911" y="4769976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Confianza, casos de exito, claridad en precios, proceso claro, testimonios...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199" y="5052060"/>
            <a:ext cx="11277295" cy="640080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r>
              <a:rPr lang="es-MX" sz="1000" dirty="0"/>
              <a:t>Escribe aquí…</a:t>
            </a:r>
          </a:p>
        </p:txBody>
      </p:sp>
      <p:sp>
        <p:nvSpPr>
          <p:cNvPr id="38" name="Text 36"/>
          <p:cNvSpPr/>
          <p:nvPr/>
        </p:nvSpPr>
        <p:spPr>
          <a:xfrm>
            <a:off x="530352" y="5015484"/>
            <a:ext cx="1109441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s-MX" sz="900" dirty="0"/>
          </a:p>
        </p:txBody>
      </p:sp>
      <p:sp>
        <p:nvSpPr>
          <p:cNvPr id="39" name="Shape 3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128016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Cliente ideal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quien va dirigida la web y quien quieren filtrar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a tu cliente ideal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 de negocio, industria, tamano, ciudad, presupuesto aproximado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11277295" cy="713232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11094415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problema o frustracion tiene ese cliente?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dolor que re:ach resuelve mejor que nadie.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5528920" cy="74980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48640" y="2715768"/>
            <a:ext cx="5346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05576" y="2212848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resultado quiere lograr ese cliente?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5576" y="2468880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busca obtener al contratar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agencia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suya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05576" y="2651760"/>
            <a:ext cx="5528920" cy="74980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297016" y="2715768"/>
            <a:ext cx="5346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364992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cliente prefieren NO atraer?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621024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perfil que quieren filtrar antes de que contacten.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3803904"/>
            <a:ext cx="5528920" cy="74980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48640" y="3867912"/>
            <a:ext cx="5346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23279" y="3434003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Cual es la objecion mas comun antes de contratar?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5576" y="3621024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Precio, tiempo, confianza, algo mas?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205576" y="3803904"/>
            <a:ext cx="5528920" cy="74980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297016" y="3867912"/>
            <a:ext cx="5346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11277295" cy="685800"/>
          </a:xfrm>
          <a:prstGeom prst="rect">
            <a:avLst/>
          </a:prstGeom>
          <a:solidFill>
            <a:srgbClr val="4A0A12"/>
          </a:solidFill>
          <a:ln w="12700">
            <a:solidFill>
              <a:srgbClr val="4A0A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40080" y="4480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  — 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" y="4727448"/>
            <a:ext cx="108200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 mas especifico sea el perfil de cliente, mas efectivo sera el copy y el disenio de toda la web.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Posicionamiento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elegirlas a ellas y no a cualquier otra agencia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hace re:ach studio? En una oracion simple.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si se lo explicaras a alguien que no sabe nada de marketing. Sin palabras tecnicas.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11277295" cy="512064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1109441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problema resuelven mejor que nadie?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dolor especifico de sus clientes que ustedes resuelven de forma mas efectiva.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5528920" cy="74980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48640" y="2532888"/>
            <a:ext cx="5346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05573" y="2073617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las hace diferentes de otras agencias?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5576" y="2286000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Proceso, enfoque, equipo, especializacion, resultados, trato.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05576" y="2468880"/>
            <a:ext cx="5528920" cy="74980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297016" y="2532888"/>
            <a:ext cx="5346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207732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sus clientes actuales las eligieron?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razon real. Si tienen una frase o testimonio de un cliente, mejor.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3693658"/>
            <a:ext cx="5528920" cy="74980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48640" y="3763187"/>
            <a:ext cx="5346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05573" y="3286491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Algun resultado o logro del que esten orgullosas?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05573" y="3540970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Numeros, casos, reconocimientos, clientes conocidos.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205576" y="3723850"/>
            <a:ext cx="5528920" cy="74980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297015" y="3823400"/>
            <a:ext cx="5346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198" y="4470898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resumirian re:ach studio en 3 palabras?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199" y="4764024"/>
            <a:ext cx="11277295" cy="557784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57200" y="4946904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Servicios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ofrecen y como destacarlos en la web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servicios (uno por linea, con descripcion breve de cada uno)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Ej: Gestion de redes sociales: estrategia, produccion y publicacion en Instagram y TikTok.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11277295" cy="1353312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11094415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 mas importante o mas rentable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13639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que genera mas ingresos o mas valor. Va primero en la web.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3319272"/>
            <a:ext cx="5528920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05576" y="288036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 que mas quieren vender ahorita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5576" y="313639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Puede ser el mismo u otro. Lo destacamos con disenio especial.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05576" y="3319272"/>
            <a:ext cx="5528920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297016" y="338328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1" y="3832716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Manejan precios fijos o cotizacion personalizada?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369813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566928" y="4197096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804672" y="4078224"/>
            <a:ext cx="32409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Paquetes o planes fijos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46778" y="4078224"/>
            <a:ext cx="369813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356506" y="4197096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594250" y="4078224"/>
            <a:ext cx="32409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Cotizacion personalizada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36357" y="4078224"/>
            <a:ext cx="369813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8146085" y="4197096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8383829" y="4078224"/>
            <a:ext cx="32409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Prefiero no mostrar precios en la web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1" y="5252021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algo que NO incluyen o que quieran aclarar desde la web?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1" y="5522976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filtrar malentendidos antes de que contacten.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5724144"/>
            <a:ext cx="11277295" cy="56692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365761" y="5868033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B3D5FC9-8617-C035-DB07-F1DC5CFC8FAB}"/>
              </a:ext>
            </a:extLst>
          </p:cNvPr>
          <p:cNvSpPr txBox="1"/>
          <p:nvPr/>
        </p:nvSpPr>
        <p:spPr>
          <a:xfrm>
            <a:off x="365761" y="4561633"/>
            <a:ext cx="60988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6B0F1A"/>
                </a:solidFill>
                <a:latin typeface="Segoe UI" pitchFamily="34" charset="0"/>
                <a:cs typeface="Segoe UI" pitchFamily="34" charset="-120"/>
              </a:rPr>
              <a:t>Respuesta:</a:t>
            </a:r>
            <a:endParaRPr lang="es-MX" sz="1100"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A70FABA6-05ED-201A-1F83-C7C5BCE9B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7" y="4598052"/>
            <a:ext cx="8481737" cy="487722"/>
          </a:xfrm>
          <a:prstGeom prst="rect">
            <a:avLst/>
          </a:prstGeom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F5D81004-2EE0-0D04-FA65-EAC827E9306C}"/>
              </a:ext>
            </a:extLst>
          </p:cNvPr>
          <p:cNvSpPr txBox="1"/>
          <p:nvPr/>
        </p:nvSpPr>
        <p:spPr>
          <a:xfrm>
            <a:off x="1274738" y="4585406"/>
            <a:ext cx="84817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 dirty="0"/>
              <a:t>Escribe</a:t>
            </a:r>
            <a:endParaRPr lang="es-MX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Portafolio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Trabajo y casos de exito para mostrar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Proyectos que quieren mostrar en la web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 del cliente o proyecto, que hicieron, resultado si tienen. Uno por linea. Si es confidencial escribe [conf].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11277295" cy="1234440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11094415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761488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Situacion actual con el portafolio: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275074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66928" y="3227832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04672" y="3072384"/>
            <a:ext cx="2293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Tenemos proyectos listos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9384" y="3072384"/>
            <a:ext cx="275074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409112" y="3227832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646856" y="3072384"/>
            <a:ext cx="2293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Algunos son confidenciales (sin nombre de cliente)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41568" y="3072384"/>
            <a:ext cx="275074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251296" y="3227832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489040" y="3072384"/>
            <a:ext cx="2293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Tenemos imagenes pero nada organizado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83751" y="3072384"/>
            <a:ext cx="275074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9093479" y="3227832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9331223" y="3072384"/>
            <a:ext cx="2293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Prefiero no incluir portafolio por ahora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767328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o numeros que quieran destacar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Seguidores ganados, ventas generadas, alcance, citas agendadas. Cualquier numero que tengan.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11277295" cy="56692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48640" y="4270248"/>
            <a:ext cx="1109441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199" y="4764024"/>
            <a:ext cx="11277295" cy="713232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548640" y="47457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Imagenes del portafolio — enviar </a:t>
            </a:r>
            <a:r>
              <a:rPr lang="en-US" sz="9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9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</a:t>
            </a:r>
            <a:r>
              <a:rPr lang="en-US" sz="9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drive: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507492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Capturas de </a:t>
            </a:r>
            <a:r>
              <a:rPr lang="en-US" sz="1100" dirty="0" err="1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campañas</a:t>
            </a:r>
            <a:r>
              <a:rPr lang="en-US" sz="110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mockups y </a:t>
            </a:r>
            <a:r>
              <a:rPr lang="en-US" sz="1100" dirty="0" err="1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diseños</a:t>
            </a:r>
            <a:r>
              <a:rPr lang="en-US" sz="110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contacto@orandaystudio.com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Tono de marca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quieren sonar y que quieren transmitir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quieren SONAR: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05576" y="1078992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NO quieren sonar: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566928" y="1481328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04672" y="1389888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Directos y al grano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9948" y="1389888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349676" y="1481328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587420" y="1389888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Creativos y originales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792224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566928" y="1883664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04672" y="1792224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Expertos y seguros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39948" y="1792224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349676" y="1883664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587420" y="1792224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Cercanos y humanos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94560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66928" y="2286000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804672" y="2194560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Modernos y editoriales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39948" y="2194560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3349676" y="2286000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3587420" y="2194560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Bilingues (esp/eng)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05576" y="1389888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6315304" y="1481328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553048" y="1389888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Corporativos o formales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88323" y="1389888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9098051" y="1481328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9335795" y="1389888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Demasiado tecnicos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05576" y="1792224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6315304" y="1883664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6553048" y="1792224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Genericos o aburridos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88323" y="1792224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9098051" y="1883664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9335795" y="1792224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Agresivos en ventas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05576" y="2194560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6315304" y="2286000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6553048" y="2194560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Pretenciosos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988323" y="2194560"/>
            <a:ext cx="27095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9098051" y="2286000"/>
            <a:ext cx="164592" cy="1645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BB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9335795" y="2194560"/>
            <a:ext cx="22523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Informal / poco serio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274320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Palabras o frases que SI usan habitualmente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299923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Terminos propios, jerga de la industria, expresiones que los representan.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57200" y="3182112"/>
            <a:ext cx="5528920" cy="530352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548640" y="3246120"/>
            <a:ext cx="5346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05576" y="274320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Palabras o frases que quieren EVITAR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05576" y="299923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sienten que no los representa o suena forzado o generico.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05576" y="3182112"/>
            <a:ext cx="5528920" cy="530352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6297016" y="3246120"/>
            <a:ext cx="5346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20624" y="3803559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re:ach studio fuera una persona, como la describirian?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0623" y="4023015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Ej: "Una disenadora de 28 anos que sabe lo que quiere, habla directo y siempre entrega."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1" y="4234535"/>
            <a:ext cx="11277295" cy="65836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/>
          <p:nvPr/>
        </p:nvSpPr>
        <p:spPr>
          <a:xfrm>
            <a:off x="470312" y="4311137"/>
            <a:ext cx="1109441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0"/>
            <a:ext cx="12191695" cy="685800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Identidad visual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Colores, tipografias y archivos de marca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Colores de marca (codigos HEX exactos)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Ej: Negro #0A0A0A  /  Blanco #FFFFFF  /  Rojo #E84040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5528920" cy="56692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5346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05576" y="1078992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Tipografias que usan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05576" y="1335024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Ej: Titulos: Playfair Display  /  Cuerpo: Inter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205576" y="1517904"/>
            <a:ext cx="5528920" cy="56692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297016" y="1581912"/>
            <a:ext cx="53460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05740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Tienen manual de marca o guia de estilo?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313432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se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drive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496312"/>
            <a:ext cx="5528920" cy="411480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48640" y="256032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05575" y="2116836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 tienen dominio registrado?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05576" y="2295144"/>
            <a:ext cx="584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Si: en que proveedor? / No: les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puedo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ayudar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aprox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 .com.mx $500-600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año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Me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avisan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7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quieren</a:t>
            </a: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05576" y="2496312"/>
            <a:ext cx="5528920" cy="419071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297016" y="2560320"/>
            <a:ext cx="5346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040380"/>
            <a:ext cx="11277295" cy="242773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704393" y="3046505"/>
            <a:ext cx="107743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que necesitamos — </a:t>
            </a:r>
            <a:r>
              <a:rPr lang="en-US" sz="1100" b="1" dirty="0" err="1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enviar</a:t>
            </a:r>
            <a:r>
              <a:rPr lang="en-US" sz="110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DRIVE      -     CUALQUIER DUDA </a:t>
            </a:r>
            <a:r>
              <a:rPr lang="en-US" sz="1100" b="1" dirty="0" err="1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mandame</a:t>
            </a:r>
            <a:r>
              <a:rPr lang="en-US" sz="110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b="1" dirty="0" err="1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msj</a:t>
            </a:r>
            <a:r>
              <a:rPr lang="en-US" sz="110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mi </a:t>
            </a:r>
            <a:r>
              <a:rPr lang="en-US" sz="1100" b="1" dirty="0" err="1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whspp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346704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3364992"/>
            <a:ext cx="522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 principal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5568" y="3593592"/>
            <a:ext cx="522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SVG o PNG fondo transparente. Horizontal, vertical e isotipo si tienen.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3232" y="391363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5568" y="3931920"/>
            <a:ext cx="522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 en blanco / negativo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15568" y="4160520"/>
            <a:ext cx="522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fondos oscuros.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" y="448056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15568" y="4498848"/>
            <a:ext cx="522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Fotos del equipo o estudio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15568" y="4727448"/>
            <a:ext cx="522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la seccion 'Sobre re:ach'. Minimo 1 foto buena.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25032" y="3346704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27368" y="3364992"/>
            <a:ext cx="522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Imagenes de proyectos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27368" y="3593592"/>
            <a:ext cx="522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Capturas, mockups, disenios para el portafolio.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25032" y="3913632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27368" y="3931920"/>
            <a:ext cx="522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de marca si tienen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27368" y="4160520"/>
            <a:ext cx="522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tienen, con los colores y tipografias es suficiente.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5138928"/>
            <a:ext cx="11094415" cy="18288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713232" y="5193792"/>
            <a:ext cx="10774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Nombra tu carpeta:  "Brief reach studio“ </a:t>
            </a:r>
            <a:r>
              <a:rPr lang="en-US" sz="10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</a:t>
            </a: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</a:t>
            </a:r>
            <a:r>
              <a:rPr lang="en-US" sz="10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 </a:t>
            </a:r>
            <a:r>
              <a:rPr lang="en-US" sz="10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tengas</a:t>
            </a: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enviar</a:t>
            </a: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bien </a:t>
            </a:r>
            <a:r>
              <a:rPr lang="en-US" sz="10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nombrado</a:t>
            </a: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0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organizado</a:t>
            </a: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ultimo </a:t>
            </a:r>
            <a:r>
              <a:rPr lang="en-US" sz="1000" b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enviala</a:t>
            </a:r>
            <a:r>
              <a:rPr lang="en-US" sz="1000" b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drive.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r>
              <a:rPr lang="en-US" b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webs cuyo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Referencias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 que les gustan y estilos a evitar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a 4 webs cuyo estilo, estructura o sensacion admiran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necesitan ser de agencias. Copien los links aqui.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5528920" cy="813816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534604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05576" y="1078992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Estilos, colores o sensaciones que NO quieren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05576" y="1335024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definitivamente no quieren ver en su web.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205576" y="1527048"/>
            <a:ext cx="5528920" cy="804672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297016" y="1581912"/>
            <a:ext cx="534604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a Pinterest, Behance, moodboard o carpeta de referencias si tienen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587752"/>
            <a:ext cx="11277295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182112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a webs de agencias que admiran (pueden ser competencia o referencia)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38144"/>
            <a:ext cx="11277295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48640" y="3502152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en palabras la sensacion visual que quieren para su web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Ej: oscura y editorial / limpia y minimalista / colorida y energica / elegante y premium...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1277295" cy="65836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48640" y="4544568"/>
            <a:ext cx="1109441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2032D23-1AE6-31EA-A0AA-AE6E1B3E6F39}"/>
              </a:ext>
            </a:extLst>
          </p:cNvPr>
          <p:cNvSpPr txBox="1"/>
          <p:nvPr/>
        </p:nvSpPr>
        <p:spPr>
          <a:xfrm>
            <a:off x="353683" y="5327380"/>
            <a:ext cx="6124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 </a:t>
            </a:r>
            <a:endParaRPr lang="es-MX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91440"/>
            <a:ext cx="12191695" cy="685800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  <p:txBody>
          <a:bodyPr/>
          <a:lstStyle/>
          <a:p>
            <a:r>
              <a:rPr lang="es-ES"/>
              <a:t>Algo mas que quieran incluir o que definitivamente NO quieren en la web?</a:t>
            </a: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2191695" cy="804672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173736"/>
            <a:ext cx="2194560" cy="274320"/>
          </a:xfrm>
          <a:prstGeom prst="roundRect">
            <a:avLst>
              <a:gd name="adj" fmla="val 1333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Contenido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109728"/>
            <a:ext cx="8899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o textos para cada seccion de la web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necesitan ser textos finales. Ideas, puntos o frases sueltas funcionan perfecto. El copy lo </a:t>
            </a:r>
            <a:r>
              <a:rPr lang="en-US" sz="9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escribimos</a:t>
            </a:r>
            <a:r>
              <a:rPr lang="en-US" sz="9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nosotros</a:t>
            </a:r>
            <a:r>
              <a:rPr lang="en-US" sz="9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solo es </a:t>
            </a:r>
            <a:r>
              <a:rPr lang="en-US" sz="9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</a:t>
            </a:r>
            <a:r>
              <a:rPr lang="en-US" sz="9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base para saber </a:t>
            </a:r>
            <a:r>
              <a:rPr lang="en-US" sz="9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9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les </a:t>
            </a:r>
            <a:r>
              <a:rPr lang="en-US" sz="950" i="1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gusta</a:t>
            </a:r>
            <a:r>
              <a:rPr lang="en-US" sz="9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 / Hero — que frase o idea principal quieren que aparezca al entrar?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73352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mensaje que debe quedar claro en los primeros 3 segundos.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11277295" cy="594360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11094415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8056" y="2432649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re:ach studio — historia, quienes son, mision o valores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 libre, en el tono que sea. Lo pulimos nosotros.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5528920" cy="736437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48640" y="2862072"/>
            <a:ext cx="53460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80706" y="2489400"/>
            <a:ext cx="552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 de trabajo — pasos desde el primer contacto hasta los resultados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80707" y="2677668"/>
            <a:ext cx="552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Puede ser en lista: Paso 1 / Paso 2 / ...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05576" y="2850588"/>
            <a:ext cx="5528920" cy="74980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287872" y="2905452"/>
            <a:ext cx="53460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547872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preguntas que mas les hacen antes de contratar, con la respuesta habitual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803904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FAQs mas frecuentes. Formato libre: P: ... / R: ...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3986784"/>
            <a:ext cx="11277295" cy="786384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48640" y="4050792"/>
            <a:ext cx="11094415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8022" y="4860036"/>
            <a:ext cx="112772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 mas que quieran incluir o que definitivamente NO quieren en la web?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" y="5111496"/>
            <a:ext cx="11277295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548640" y="5093208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aqui...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6603492"/>
            <a:ext cx="12191695" cy="254508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80848" y="660349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62495" y="663854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85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469EEAD-8262-63F3-817A-BFD59BEA82C1}"/>
              </a:ext>
            </a:extLst>
          </p:cNvPr>
          <p:cNvSpPr txBox="1"/>
          <p:nvPr/>
        </p:nvSpPr>
        <p:spPr>
          <a:xfrm>
            <a:off x="391892" y="5685336"/>
            <a:ext cx="612559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Cualquier</a:t>
            </a: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</a:t>
            </a: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r>
              <a:rPr lang="en-US" sz="900" b="1" dirty="0" err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cosa</a:t>
            </a: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 </a:t>
            </a:r>
            <a:r>
              <a:rPr lang="en-US" sz="900" b="1" dirty="0" err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falto</a:t>
            </a: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anexar</a:t>
            </a: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900" b="1" dirty="0" err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dejenmela</a:t>
            </a: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00" b="1" dirty="0" err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aqui</a:t>
            </a: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lo </a:t>
            </a:r>
            <a:r>
              <a:rPr lang="en-US" sz="900" b="1" dirty="0" err="1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hablamos</a:t>
            </a:r>
            <a:r>
              <a:rPr lang="en-US" sz="9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00" dirty="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41DF6DF7-4183-608B-5C0C-713E09FAF4AD}"/>
              </a:ext>
            </a:extLst>
          </p:cNvPr>
          <p:cNvSpPr/>
          <p:nvPr/>
        </p:nvSpPr>
        <p:spPr>
          <a:xfrm>
            <a:off x="432332" y="5956971"/>
            <a:ext cx="11277295" cy="475488"/>
          </a:xfrm>
          <a:prstGeom prst="rect">
            <a:avLst/>
          </a:prstGeom>
          <a:solidFill>
            <a:srgbClr val="FAFAF6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A78214A-8823-DAD7-D628-12135E357838}"/>
              </a:ext>
            </a:extLst>
          </p:cNvPr>
          <p:cNvSpPr txBox="1"/>
          <p:nvPr/>
        </p:nvSpPr>
        <p:spPr>
          <a:xfrm>
            <a:off x="432330" y="5938766"/>
            <a:ext cx="113273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 </a:t>
            </a:r>
            <a:r>
              <a:rPr lang="en-US" sz="900" i="1" dirty="0" err="1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aqui</a:t>
            </a:r>
            <a:r>
              <a:rPr lang="en-US" sz="900" i="1" dirty="0">
                <a:solidFill>
                  <a:srgbClr val="C2B5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</a:t>
            </a:r>
            <a:endParaRPr lang="es-MX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B08"/>
          </a:solidFill>
          <a:ln w="12700">
            <a:solidFill>
              <a:srgbClr val="0E0B0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3528"/>
          </a:solidFill>
          <a:ln w="12700">
            <a:solidFill>
              <a:srgbClr val="DC352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412480" y="2926080"/>
            <a:ext cx="5669280" cy="5669280"/>
          </a:xfrm>
          <a:prstGeom prst="ellipse">
            <a:avLst/>
          </a:prstGeom>
          <a:solidFill>
            <a:srgbClr val="6B0F1A">
              <a:alpha val="20000"/>
            </a:srgbClr>
          </a:solidFill>
          <a:ln w="12700">
            <a:solidFill>
              <a:srgbClr val="6B0F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 casi.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Siguientes pasos: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2560320"/>
            <a:ext cx="10682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Llena este PPTX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871216"/>
            <a:ext cx="106829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 clic en cada cuadro y escribe. Tarda aprox. 20 minutos con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calma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51560" y="3584448"/>
            <a:ext cx="10682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 </a:t>
            </a:r>
            <a:r>
              <a:rPr lang="en-US" sz="1300" b="1" dirty="0" err="1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</a:t>
            </a:r>
            <a:r>
              <a:rPr lang="en-US" sz="13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b="1" dirty="0" err="1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</a:t>
            </a:r>
            <a:r>
              <a:rPr lang="en-US" sz="13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link del drive.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754455"/>
            <a:ext cx="106829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Logo,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fotos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gustan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imagenes de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proyectos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(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quieran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web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pasenmelo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51560" y="4608576"/>
            <a:ext cx="10682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 ponemos en contacto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855464"/>
            <a:ext cx="106829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Confirmamos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recepcion</a:t>
            </a:r>
            <a:r>
              <a:rPr lang="en-US" sz="10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arrancamos el proyecto.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5806440"/>
            <a:ext cx="11277295" cy="54864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85800" y="5870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contacto@orandaystudio.com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58704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Dudas? </a:t>
            </a:r>
            <a:r>
              <a:rPr lang="en-US" sz="1050" i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Escribeme</a:t>
            </a:r>
            <a:r>
              <a:rPr lang="en-US" sz="1050" i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i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1050" i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i="1" dirty="0" err="1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whspp</a:t>
            </a:r>
            <a:r>
              <a:rPr lang="en-US" sz="1050" i="1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060A"/>
          </a:solidFill>
          <a:ln w="12700">
            <a:solidFill>
              <a:srgbClr val="08060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62495" y="65471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@oranday.studio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1867</Words>
  <Application>Microsoft Office PowerPoint</Application>
  <PresentationFormat>Panorámica</PresentationFormat>
  <Paragraphs>283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Georgia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Diego Gomez</cp:lastModifiedBy>
  <cp:revision>4</cp:revision>
  <dcterms:created xsi:type="dcterms:W3CDTF">2026-06-08T19:54:27Z</dcterms:created>
  <dcterms:modified xsi:type="dcterms:W3CDTF">2026-06-08T20:30:04Z</dcterms:modified>
</cp:coreProperties>
</file>